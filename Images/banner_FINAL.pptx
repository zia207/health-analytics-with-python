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972800" cy="196532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F34371-C72F-4E57-B469-C41199B359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48640" y="459720"/>
            <a:ext cx="987480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9EC079-19A1-40FA-899E-EE0157D6B8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987480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6540CD-BC22-4B03-99B1-22AB9BDEA8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60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608440" y="459720"/>
            <a:ext cx="481860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940D91-BB4A-4F1F-B0BD-3B5C2E89A1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3971FD-5BF2-457D-AFDF-9C36156BB2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48640" y="-26280"/>
            <a:ext cx="9874440" cy="24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1D94AC-29CA-4565-8102-380B6568D0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608440" y="459720"/>
            <a:ext cx="481860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48640" y="105480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421AFE-D838-43B5-BB1F-BCD4466CC7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60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608440" y="45972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608440" y="105480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84044B-0FA7-4091-9EF0-747AA77774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608440" y="45972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8640" y="1054800"/>
            <a:ext cx="98748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C3C61A-71BF-4528-8C6C-9979A503CA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98748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8640" y="1054800"/>
            <a:ext cx="98748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B94957-609F-45FF-971D-FC20AEE54C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608440" y="45972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48640" y="105480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608440" y="1054800"/>
            <a:ext cx="481860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9E112C-C8CB-418C-8D8C-602537465C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78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48640" y="45972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887640" y="45972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226280" y="45972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48640" y="105480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887640" y="105480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226280" y="1054800"/>
            <a:ext cx="3179520" cy="54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75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C35E48-1468-467C-AC54-5803E0A078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48640" y="-26280"/>
            <a:ext cx="9874440" cy="5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48640" y="459720"/>
            <a:ext cx="9874800" cy="113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000"/>
          </a:bodyPr>
          <a:p>
            <a:pPr marL="432000" indent="-324000">
              <a:spcBef>
                <a:spcPts val="121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97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72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48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634920" y="1821960"/>
            <a:ext cx="3700440" cy="10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749720" y="1821960"/>
            <a:ext cx="2466000" cy="10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D2A748-EF93-4506-9CC5-588BB0F87773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754200" y="1821960"/>
            <a:ext cx="2466000" cy="10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67320"/>
            <a:ext cx="1958040" cy="1773360"/>
          </a:xfrm>
          <a:prstGeom prst="rect">
            <a:avLst/>
          </a:prstGeom>
          <a:ln w="0">
            <a:noFill/>
          </a:ln>
        </p:spPr>
      </p:pic>
      <p:sp>
        <p:nvSpPr>
          <p:cNvPr id="42" name="TextBox 1"/>
          <p:cNvSpPr/>
          <p:nvPr/>
        </p:nvSpPr>
        <p:spPr>
          <a:xfrm>
            <a:off x="0" y="433440"/>
            <a:ext cx="109702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Health Analytics 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rgbClr val="2f5597"/>
                </a:solidFill>
                <a:latin typeface="Calibri"/>
                <a:ea typeface="Calibri"/>
              </a:rPr>
              <a:t>with Python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2"/>
          <a:stretch/>
        </p:blipFill>
        <p:spPr>
          <a:xfrm>
            <a:off x="8915400" y="0"/>
            <a:ext cx="1972440" cy="196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1880</TotalTime>
  <Application>LibreOffice/7.3.7.2$Linux_X86_64 LibreOffice_project/30$Build-2</Application>
  <AppVersion>15.0000</AppVersion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2024-02-16T18:50:38Z</dcterms:created>
  <dc:creator>Zia Ahmed</dc:creator>
  <dc:description/>
  <dc:language>en-US</dc:language>
  <cp:lastModifiedBy/>
  <dcterms:modified xsi:type="dcterms:W3CDTF">2026-06-24T07:10:13Z</dcterms:modified>
  <cp:revision>24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2</vt:r8>
  </property>
</Properties>
</file>